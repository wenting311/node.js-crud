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2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34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91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8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3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87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10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6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0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94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77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10472-F641-4BD7-9A6A-A6AEB06824DF}" type="datetimeFigureOut">
              <a:rPr lang="zh-TW" altLang="en-US" smtClean="0"/>
              <a:t>2022/1/6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F0EA5-CE2C-4C95-ABB2-CE16F4DB90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28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36931" y="1248508"/>
            <a:ext cx="1406769" cy="49588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743700" y="1556239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743700" y="2288932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743700" y="3115408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743700" y="3941884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743700" y="4803530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743700" y="5926015"/>
            <a:ext cx="2136530" cy="281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279780" y="920263"/>
            <a:ext cx="1521069" cy="5275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0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76746" y="1125415"/>
            <a:ext cx="1433146" cy="1178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978269" y="1538654"/>
            <a:ext cx="1301261" cy="132763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3938954" y="1389185"/>
            <a:ext cx="3068515" cy="32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4079631" y="1714500"/>
            <a:ext cx="2927838" cy="351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8642838" y="1714500"/>
            <a:ext cx="334108" cy="3077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148253" y="3519854"/>
            <a:ext cx="1301261" cy="132763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8632580" y="2033954"/>
            <a:ext cx="354624" cy="3370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8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1978269" y="1538654"/>
            <a:ext cx="1301261" cy="132763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356339" y="175846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name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292208" y="2184943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age: 20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4759569" y="2347600"/>
            <a:ext cx="1301261" cy="132763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3073202" y="1943127"/>
            <a:ext cx="1973583" cy="835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146332" y="2593703"/>
            <a:ext cx="54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first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135539" y="3037850"/>
            <a:ext cx="512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last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086410" y="3968262"/>
            <a:ext cx="1301261" cy="1327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378608" y="426274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name</a:t>
            </a:r>
            <a:endParaRPr lang="zh-TW" altLang="en-US" dirty="0"/>
          </a:p>
        </p:txBody>
      </p:sp>
      <p:cxnSp>
        <p:nvCxnSpPr>
          <p:cNvPr id="15" name="直線單箭頭接點 14"/>
          <p:cNvCxnSpPr>
            <a:stCxn id="13" idx="3"/>
          </p:cNvCxnSpPr>
          <p:nvPr/>
        </p:nvCxnSpPr>
        <p:spPr>
          <a:xfrm flipV="1">
            <a:off x="3095471" y="2963035"/>
            <a:ext cx="1784260" cy="1484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403342" y="4686992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age: 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4294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10</Words>
  <Application>Microsoft Office PowerPoint</Application>
  <PresentationFormat>寬螢幕</PresentationFormat>
  <Paragraphs>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Student</dc:creator>
  <cp:lastModifiedBy>Student</cp:lastModifiedBy>
  <cp:revision>7</cp:revision>
  <dcterms:created xsi:type="dcterms:W3CDTF">2021-12-30T03:13:30Z</dcterms:created>
  <dcterms:modified xsi:type="dcterms:W3CDTF">2022-01-06T08:41:46Z</dcterms:modified>
</cp:coreProperties>
</file>